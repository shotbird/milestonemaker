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44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02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06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24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84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755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17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29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7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2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163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216000" y="670815"/>
            <a:ext cx="11760000" cy="0"/>
          </a:xfrm>
          <a:prstGeom prst="line">
            <a:avLst/>
          </a:prstGeom>
          <a:ln w="50800">
            <a:gradFill>
              <a:gsLst>
                <a:gs pos="100000">
                  <a:srgbClr val="00153E">
                    <a:alpha val="0"/>
                  </a:srgbClr>
                </a:gs>
                <a:gs pos="50000">
                  <a:srgbClr val="111C3B"/>
                </a:gs>
                <a:gs pos="70000">
                  <a:srgbClr val="13356B">
                    <a:alpha val="73000"/>
                  </a:srgbClr>
                </a:gs>
                <a:gs pos="90000">
                  <a:srgbClr val="00153E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755423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6967E-7BFE-444E-8830-3A20DA6BBD27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5E65D-EF82-4730-B76F-D3C5F3637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01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오른쪽 화살표 96">
            <a:extLst>
              <a:ext uri="{FF2B5EF4-FFF2-40B4-BE49-F238E27FC236}">
                <a16:creationId xmlns:a16="http://schemas.microsoft.com/office/drawing/2014/main" id="{E70A4981-FB5E-A6E9-6841-091C1DAABD36}"/>
              </a:ext>
            </a:extLst>
          </p:cNvPr>
          <p:cNvSpPr/>
          <p:nvPr/>
        </p:nvSpPr>
        <p:spPr>
          <a:xfrm>
            <a:off x="5446146" y="2896017"/>
            <a:ext cx="561916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286" fontAlgn="base" latinLnBrk="0"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2000" kern="0">
              <a:solidFill>
                <a:prstClr val="black"/>
              </a:solidFill>
              <a:latin typeface="HY견고딕" pitchFamily="18" charset="-127"/>
              <a:ea typeface="HY견고딕" pitchFamily="18" charset="-127"/>
              <a:cs typeface="Arial" charset="0"/>
            </a:endParaRPr>
          </a:p>
        </p:txBody>
      </p:sp>
      <p:graphicFrame>
        <p:nvGraphicFramePr>
          <p:cNvPr id="5" name="표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54380"/>
              </p:ext>
            </p:extLst>
          </p:nvPr>
        </p:nvGraphicFramePr>
        <p:xfrm>
          <a:off x="175338" y="1275983"/>
          <a:ext cx="11904032" cy="4410504"/>
        </p:xfrm>
        <a:graphic>
          <a:graphicData uri="http://schemas.openxmlformats.org/drawingml/2006/table">
            <a:tbl>
              <a:tblPr firstRow="1" bandRow="1"/>
              <a:tblGrid>
                <a:gridCol w="623044">
                  <a:extLst>
                    <a:ext uri="{9D8B030D-6E8A-4147-A177-3AD203B41FA5}">
                      <a16:colId xmlns:a16="http://schemas.microsoft.com/office/drawing/2014/main" val="1573535166"/>
                    </a:ext>
                  </a:extLst>
                </a:gridCol>
                <a:gridCol w="623044">
                  <a:extLst>
                    <a:ext uri="{9D8B030D-6E8A-4147-A177-3AD203B41FA5}">
                      <a16:colId xmlns:a16="http://schemas.microsoft.com/office/drawing/2014/main" val="2878610706"/>
                    </a:ext>
                  </a:extLst>
                </a:gridCol>
                <a:gridCol w="1286084">
                  <a:extLst>
                    <a:ext uri="{9D8B030D-6E8A-4147-A177-3AD203B41FA5}">
                      <a16:colId xmlns:a16="http://schemas.microsoft.com/office/drawing/2014/main" val="2922375619"/>
                    </a:ext>
                  </a:extLst>
                </a:gridCol>
                <a:gridCol w="654815">
                  <a:extLst>
                    <a:ext uri="{9D8B030D-6E8A-4147-A177-3AD203B41FA5}">
                      <a16:colId xmlns:a16="http://schemas.microsoft.com/office/drawing/2014/main" val="59586584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428549534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823711162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95219642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499092826"/>
                    </a:ext>
                  </a:extLst>
                </a:gridCol>
                <a:gridCol w="739283">
                  <a:extLst>
                    <a:ext uri="{9D8B030D-6E8A-4147-A177-3AD203B41FA5}">
                      <a16:colId xmlns:a16="http://schemas.microsoft.com/office/drawing/2014/main" val="4060997420"/>
                    </a:ext>
                  </a:extLst>
                </a:gridCol>
                <a:gridCol w="1338837">
                  <a:extLst>
                    <a:ext uri="{9D8B030D-6E8A-4147-A177-3AD203B41FA5}">
                      <a16:colId xmlns:a16="http://schemas.microsoft.com/office/drawing/2014/main" val="396001917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7717"/>
                  </a:ext>
                </a:extLst>
              </a:tr>
              <a:tr h="72403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 일정</a:t>
                      </a:r>
                      <a:endParaRPr lang="en-US" altLang="ko-KR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949134"/>
                  </a:ext>
                </a:extLst>
              </a:tr>
              <a:tr h="563079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선행평가</a:t>
                      </a:r>
                      <a:endParaRPr lang="en-US" altLang="ko-KR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평가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541048"/>
                  </a:ext>
                </a:extLst>
              </a:tr>
              <a:tr h="563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평가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622540"/>
                  </a:ext>
                </a:extLst>
              </a:tr>
              <a:tr h="11429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직접입력</a:t>
                      </a:r>
                      <a:endParaRPr lang="en-US" altLang="ko-KR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737734"/>
                  </a:ext>
                </a:extLst>
              </a:tr>
              <a:tr h="11429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직접입력</a:t>
                      </a:r>
                      <a:endParaRPr lang="en-US" altLang="ko-KR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70560"/>
                  </a:ext>
                </a:extLst>
              </a:tr>
            </a:tbl>
          </a:graphicData>
        </a:graphic>
      </p:graphicFrame>
      <p:sp>
        <p:nvSpPr>
          <p:cNvPr id="135" name="오른쪽 화살표 134"/>
          <p:cNvSpPr/>
          <p:nvPr/>
        </p:nvSpPr>
        <p:spPr>
          <a:xfrm>
            <a:off x="1429903" y="1696908"/>
            <a:ext cx="10352415" cy="25200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286" fontAlgn="base" latinLnBrk="0"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2000" kern="0">
              <a:solidFill>
                <a:prstClr val="black"/>
              </a:solidFill>
              <a:latin typeface="HY견고딕" pitchFamily="18" charset="-127"/>
              <a:ea typeface="HY견고딕" pitchFamily="18" charset="-127"/>
              <a:cs typeface="Arial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62401" y="149974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54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br>
              <a:rPr lang="ko-KR" altLang="ko-KR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</a:br>
            <a:endParaRPr lang="ko-KR" altLang="ko-KR">
              <a:solidFill>
                <a:prstClr val="black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Text Box 36"/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5853" y="8865"/>
            <a:ext cx="11978395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103897" tIns="51949" rIns="103897" bIns="51949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9pPr>
          </a:lstStyle>
          <a:p>
            <a:pPr defTabSz="914241" eaLnBrk="0" hangingPunct="0">
              <a:defRPr/>
            </a:pPr>
            <a:r>
              <a:rPr kumimoji="0" lang="ko-KR" altLang="en-US" sz="3199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</a:t>
            </a:r>
          </a:p>
        </p:txBody>
      </p:sp>
      <p:sp>
        <p:nvSpPr>
          <p:cNvPr id="69" name="Content Placeholder 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52811"/>
            <a:ext cx="12192000" cy="471199"/>
          </a:xfrm>
          <a:prstGeom prst="rect">
            <a:avLst/>
          </a:prstGeom>
        </p:spPr>
        <p:txBody>
          <a:bodyPr vert="horz" wrap="square" lIns="68379" tIns="34185" rIns="68379" bIns="34185" rtlCol="0" anchor="t" anchorCtr="0">
            <a:spAutoFit/>
          </a:bodyPr>
          <a:lstStyle>
            <a:lvl1pPr marL="357098" indent="-357098" algn="l" defTabSz="914128" rtl="0" eaLnBrk="1" latin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 sz="1900" b="1" kern="1200">
                <a:solidFill>
                  <a:srgbClr val="0000CC"/>
                </a:solidFill>
                <a:latin typeface="+mn-ea"/>
                <a:ea typeface="+mn-ea"/>
                <a:cs typeface="+mn-cs"/>
              </a:defRPr>
            </a:lvl1pPr>
            <a:lvl2pPr marL="685606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2662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599720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6779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3848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2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6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6" indent="-228536" algn="l" defTabSz="914128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536" latinLnBrk="0">
              <a:lnSpc>
                <a:spcPct val="150000"/>
              </a:lnSpc>
              <a:buNone/>
              <a:defRPr/>
            </a:pP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■ 직접 입력</a:t>
            </a: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8493607" y="1975409"/>
            <a:ext cx="1140727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Post3</a:t>
            </a:r>
          </a:p>
        </p:txBody>
      </p:sp>
      <p:sp>
        <p:nvSpPr>
          <p:cNvPr id="78" name="타원 77"/>
          <p:cNvSpPr/>
          <p:nvPr/>
        </p:nvSpPr>
        <p:spPr>
          <a:xfrm>
            <a:off x="8924135" y="1671427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오른쪽 화살표 96"/>
          <p:cNvSpPr/>
          <p:nvPr/>
        </p:nvSpPr>
        <p:spPr>
          <a:xfrm>
            <a:off x="4662284" y="2307825"/>
            <a:ext cx="2867433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286" fontAlgn="base" latinLnBrk="0"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2000" kern="0">
              <a:solidFill>
                <a:prstClr val="black"/>
              </a:solidFill>
              <a:latin typeface="HY견고딕" pitchFamily="18" charset="-127"/>
              <a:ea typeface="HY견고딕" pitchFamily="18" charset="-127"/>
              <a:cs typeface="Arial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4E402B-6FCC-8769-E835-EA713EEB8F08}"/>
              </a:ext>
            </a:extLst>
          </p:cNvPr>
          <p:cNvSpPr/>
          <p:nvPr/>
        </p:nvSpPr>
        <p:spPr>
          <a:xfrm>
            <a:off x="11374330" y="1966805"/>
            <a:ext cx="1140727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ko-KR" altLang="en-US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lang="en-US" altLang="ko-KR" sz="1051" b="1" spc="-9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0DB630B-BBEB-4923-B08F-ED4B6ADCABCC}"/>
              </a:ext>
            </a:extLst>
          </p:cNvPr>
          <p:cNvSpPr/>
          <p:nvPr/>
        </p:nvSpPr>
        <p:spPr>
          <a:xfrm>
            <a:off x="11804858" y="1678908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403DDE-D546-113F-F3FA-4868DB6761E2}"/>
              </a:ext>
            </a:extLst>
          </p:cNvPr>
          <p:cNvSpPr/>
          <p:nvPr/>
        </p:nvSpPr>
        <p:spPr>
          <a:xfrm>
            <a:off x="9129853" y="1966805"/>
            <a:ext cx="1140727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Post4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2F70AFE-97C2-906E-79A6-DC072C232B5C}"/>
              </a:ext>
            </a:extLst>
          </p:cNvPr>
          <p:cNvSpPr/>
          <p:nvPr/>
        </p:nvSpPr>
        <p:spPr>
          <a:xfrm>
            <a:off x="9560381" y="1678908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8EF98A-2AE7-A2F7-1EB2-34DD8CCCF05B}"/>
              </a:ext>
            </a:extLst>
          </p:cNvPr>
          <p:cNvSpPr/>
          <p:nvPr/>
        </p:nvSpPr>
        <p:spPr>
          <a:xfrm>
            <a:off x="1429903" y="1966805"/>
            <a:ext cx="1388836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Post1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0CBFAD5-5BE7-4368-C98D-EE88E19AA4D4}"/>
              </a:ext>
            </a:extLst>
          </p:cNvPr>
          <p:cNvSpPr/>
          <p:nvPr/>
        </p:nvSpPr>
        <p:spPr>
          <a:xfrm>
            <a:off x="1994381" y="1662823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8A7FCD24-7A4D-01EA-0886-3A764DA8159D}"/>
              </a:ext>
            </a:extLst>
          </p:cNvPr>
          <p:cNvSpPr/>
          <p:nvPr/>
        </p:nvSpPr>
        <p:spPr>
          <a:xfrm flipV="1">
            <a:off x="9245247" y="1554707"/>
            <a:ext cx="184731" cy="168839"/>
          </a:xfrm>
          <a:prstGeom prst="triangl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E7B60-A8CC-FE10-738E-4339118E8539}"/>
              </a:ext>
            </a:extLst>
          </p:cNvPr>
          <p:cNvSpPr txBox="1"/>
          <p:nvPr/>
        </p:nvSpPr>
        <p:spPr>
          <a:xfrm>
            <a:off x="9452518" y="1468190"/>
            <a:ext cx="10139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/>
              <a:t>Now Here</a:t>
            </a:r>
            <a:endParaRPr lang="ko-KR" altLang="en-US" sz="1050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128B5E-903D-1300-B3B7-ACDCCDE46900}"/>
              </a:ext>
            </a:extLst>
          </p:cNvPr>
          <p:cNvSpPr/>
          <p:nvPr/>
        </p:nvSpPr>
        <p:spPr>
          <a:xfrm>
            <a:off x="5144697" y="2586764"/>
            <a:ext cx="1388836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Post4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9708BD9-4571-DA97-9A95-2E92776B64D9}"/>
              </a:ext>
            </a:extLst>
          </p:cNvPr>
          <p:cNvSpPr/>
          <p:nvPr/>
        </p:nvSpPr>
        <p:spPr>
          <a:xfrm>
            <a:off x="5695115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E4E8FC-7E6F-172E-2418-DA644D865EC4}"/>
              </a:ext>
            </a:extLst>
          </p:cNvPr>
          <p:cNvSpPr/>
          <p:nvPr/>
        </p:nvSpPr>
        <p:spPr>
          <a:xfrm>
            <a:off x="7128713" y="1966805"/>
            <a:ext cx="1140727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Post2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DC6CD9F-9AFA-A595-18C7-4DB1EA4FBC9D}"/>
              </a:ext>
            </a:extLst>
          </p:cNvPr>
          <p:cNvSpPr/>
          <p:nvPr/>
        </p:nvSpPr>
        <p:spPr>
          <a:xfrm>
            <a:off x="7532224" y="1662823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778959-8AF1-B30D-54CE-8B61CF6EBB48}"/>
              </a:ext>
            </a:extLst>
          </p:cNvPr>
          <p:cNvSpPr/>
          <p:nvPr/>
        </p:nvSpPr>
        <p:spPr>
          <a:xfrm>
            <a:off x="6604653" y="2586764"/>
            <a:ext cx="550418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Post5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7044AC7-D022-82F9-143F-9342E00E14B8}"/>
              </a:ext>
            </a:extLst>
          </p:cNvPr>
          <p:cNvSpPr/>
          <p:nvPr/>
        </p:nvSpPr>
        <p:spPr>
          <a:xfrm>
            <a:off x="6735862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DE08AF-9237-AEDE-EA37-2661CA50177E}"/>
              </a:ext>
            </a:extLst>
          </p:cNvPr>
          <p:cNvSpPr/>
          <p:nvPr/>
        </p:nvSpPr>
        <p:spPr>
          <a:xfrm>
            <a:off x="7030208" y="2586764"/>
            <a:ext cx="550418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Post6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3D22455-7517-9953-CEB2-520353BE7541}"/>
              </a:ext>
            </a:extLst>
          </p:cNvPr>
          <p:cNvSpPr/>
          <p:nvPr/>
        </p:nvSpPr>
        <p:spPr>
          <a:xfrm>
            <a:off x="7161417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23FA21-03A4-383C-2D14-D7E3B0B5CEDC}"/>
              </a:ext>
            </a:extLst>
          </p:cNvPr>
          <p:cNvSpPr/>
          <p:nvPr/>
        </p:nvSpPr>
        <p:spPr>
          <a:xfrm>
            <a:off x="4249982" y="2586764"/>
            <a:ext cx="510604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Post1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7AA78A9-C5F2-C809-EDD7-E368CBA2A990}"/>
              </a:ext>
            </a:extLst>
          </p:cNvPr>
          <p:cNvSpPr/>
          <p:nvPr/>
        </p:nvSpPr>
        <p:spPr>
          <a:xfrm>
            <a:off x="4361284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0CC124-C498-7CD5-5958-5ADC1AAF0FBB}"/>
              </a:ext>
            </a:extLst>
          </p:cNvPr>
          <p:cNvSpPr/>
          <p:nvPr/>
        </p:nvSpPr>
        <p:spPr>
          <a:xfrm>
            <a:off x="4820312" y="2586764"/>
            <a:ext cx="510604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Post2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9073EE7-96D9-392E-B602-59CC740A058B}"/>
              </a:ext>
            </a:extLst>
          </p:cNvPr>
          <p:cNvSpPr/>
          <p:nvPr/>
        </p:nvSpPr>
        <p:spPr>
          <a:xfrm>
            <a:off x="4931614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004EE17-2568-57DD-899B-96CE525027F7}"/>
              </a:ext>
            </a:extLst>
          </p:cNvPr>
          <p:cNvSpPr/>
          <p:nvPr/>
        </p:nvSpPr>
        <p:spPr>
          <a:xfrm>
            <a:off x="5164430" y="2586764"/>
            <a:ext cx="616044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Post3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A6F84CE-A9CE-8367-6383-4A219245AC72}"/>
              </a:ext>
            </a:extLst>
          </p:cNvPr>
          <p:cNvSpPr/>
          <p:nvPr/>
        </p:nvSpPr>
        <p:spPr>
          <a:xfrm>
            <a:off x="5330916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87234DB-2CA5-E46D-E78C-7309436B8FCF}"/>
              </a:ext>
            </a:extLst>
          </p:cNvPr>
          <p:cNvSpPr/>
          <p:nvPr/>
        </p:nvSpPr>
        <p:spPr>
          <a:xfrm>
            <a:off x="7356650" y="2586764"/>
            <a:ext cx="721293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ko-KR" altLang="en-US" sz="1051" b="1" spc="-9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마진확보</a:t>
            </a:r>
            <a:endParaRPr lang="en-US" altLang="ko-KR" sz="1051" b="1" spc="-9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1F93F73-9435-CD58-703D-74E982FA033C}"/>
              </a:ext>
            </a:extLst>
          </p:cNvPr>
          <p:cNvSpPr/>
          <p:nvPr/>
        </p:nvSpPr>
        <p:spPr>
          <a:xfrm>
            <a:off x="7529717" y="2289825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A2AFF45-A928-4C29-EC39-7D1AE2097BF1}"/>
              </a:ext>
            </a:extLst>
          </p:cNvPr>
          <p:cNvSpPr/>
          <p:nvPr/>
        </p:nvSpPr>
        <p:spPr>
          <a:xfrm>
            <a:off x="5330916" y="3174956"/>
            <a:ext cx="341748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altLang="ko-KR" sz="1051" b="1" spc="-9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EF1E8F3-8EF2-FE48-4A61-B6D95744F71E}"/>
              </a:ext>
            </a:extLst>
          </p:cNvPr>
          <p:cNvSpPr/>
          <p:nvPr/>
        </p:nvSpPr>
        <p:spPr>
          <a:xfrm>
            <a:off x="5370730" y="2878017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9518CF5-0379-CE01-2D87-89A1E0FB9737}"/>
              </a:ext>
            </a:extLst>
          </p:cNvPr>
          <p:cNvSpPr/>
          <p:nvPr/>
        </p:nvSpPr>
        <p:spPr>
          <a:xfrm>
            <a:off x="5579468" y="3174956"/>
            <a:ext cx="594212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ko-KR" altLang="en-US" sz="1051" b="1" spc="-9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lang="en-US" altLang="ko-KR" sz="1051" b="1" spc="-9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1D4E898-0A91-1B42-C08C-6B2CA06072B5}"/>
              </a:ext>
            </a:extLst>
          </p:cNvPr>
          <p:cNvSpPr/>
          <p:nvPr/>
        </p:nvSpPr>
        <p:spPr>
          <a:xfrm>
            <a:off x="5720061" y="2878017"/>
            <a:ext cx="288000" cy="28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defTabSz="914354">
              <a:defRPr/>
            </a:pPr>
            <a:r>
              <a:rPr lang="en-US" altLang="ko-KR" sz="1100" b="1" spc="-9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100" b="1" spc="-9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927857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 defTabSz="914354">
          <a:defRPr sz="1100" b="1" spc="-91"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64</Words>
  <Application>Microsoft Office PowerPoint</Application>
  <PresentationFormat>와이드스크린</PresentationFormat>
  <Paragraphs>47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Milestone Maker</dc:creator>
  <cp:lastModifiedBy>Milestone Maker</cp:lastModifiedB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